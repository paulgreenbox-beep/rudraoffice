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</p:sldIdLst>
  <p:sldSz cx="12192000" cy="6858000"/>
  <p:notesSz cx="12192000" cy="6858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upported text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lide one"/>
          <p:cNvSpPr txBox="1"/>
          <p:nvPr/>
        </p:nvSpPr>
        <p:spPr>
          <a:xfrm>
            <a:off x="914400" y="685800"/>
            <a:ext cx="7620000" cy="685800"/>
          </a:xfrm>
          <a:prstGeom prst="rect">
            <a:avLst/>
          </a:prstGeom>
        </p:spPr>
        <p:txBody>
          <a:bodyPr wrap="square"/>
          <a:lstStyle/>
          <a:p>
            <a:r>
              <a:rPr lang="ru-RU" sz="2000"/>
              <a:t>PUBLIC-SYNTHETIC-01</a:t>
            </a:r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upported text and P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lide two"/>
          <p:cNvSpPr txBox="1"/>
          <p:nvPr/>
        </p:nvSpPr>
        <p:spPr>
          <a:xfrm>
            <a:off x="914400" y="685800"/>
            <a:ext cx="7620000" cy="685800"/>
          </a:xfrm>
          <a:prstGeom prst="rect">
            <a:avLst/>
          </a:prstGeom>
        </p:spPr>
        <p:txBody>
          <a:bodyPr wrap="square"/>
          <a:lstStyle/>
          <a:p>
            <a:r>
              <a:rPr lang="ru-RU" sz="2000"/>
              <a:t>PUBLIC-SYNTHETIC-02</a:t>
            </a:r>
            <a:endParaRPr lang="ru-RU"/>
          </a:p>
        </p:txBody>
      </p:sp>
      <p:pic>
        <p:nvPicPr>
          <p:cNvPr id="3" name="Synthetic 2x2 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00000"/>
            <a:ext cx="1219200" cy="1219200"/>
          </a:xfrm>
          <a:prstGeom prst="rect">
            <a:avLst/>
          </a:prstGeom>
        </p:spPr>
      </p:pic>
    </p:spTree>
  </p:cSld>
  <p:clrMapOvr>
    <a:masterClrMapping/>
  </p:clrMapOvr>
</p:sld>
</file>