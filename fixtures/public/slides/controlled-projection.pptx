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ynthetic geometry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blue rectangle"/>
          <p:cNvSpPr/>
          <p:nvPr/>
        </p:nvSpPr>
        <p:spPr>
          <a:xfrm>
            <a:off x="914400" y="1800000"/>
            <a:ext cx="3048000" cy="1371600"/>
          </a:xfrm>
          <a:prstGeom prst="rect">
            <a:avLst/>
          </a:prstGeom>
          <a:solidFill>
            <a:srgbClr val="2367A8"/>
          </a:solidFill>
        </p:spPr>
      </p:sp>
      <p:sp>
        <p:nvSpPr>
          <p:cNvPr id="3" name="Projection title"/>
          <p:cNvSpPr txBox="1"/>
          <p:nvPr/>
        </p:nvSpPr>
        <p:spPr>
          <a:xfrm>
            <a:off x="914400" y="685800"/>
            <a:ext cx="7620000" cy="685800"/>
          </a:xfrm>
          <a:prstGeom prst="rect">
            <a:avLst/>
          </a:prstGeom>
        </p:spPr>
        <p:txBody>
          <a:bodyPr wrap="square"/>
          <a:lstStyle/>
          <a:p>
            <a:r>
              <a:rPr lang="ru-RU" sz="2000"/>
              <a:t>Синтетический слайд с геометрией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ynthetic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ynthetic 2x2 table"/>
          <p:cNvGraphicFramePr/>
          <p:nvPr/>
        </p:nvGraphicFramePr>
        <p:xfrm>
          <a:off x="914400" y="1524000"/>
          <a:ext cx="853440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914400">
                <a:tc>
                  <a:txBody>
                    <a:bodyPr/>
                    <a:lstStyle/>
                    <a:p>
                      <a:r>
                        <a:rPr lang="ru-RU" sz="1600"/>
                        <a:t>Проверка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Ожидание</a:t>
                      </a:r>
                      <a:endParaRPr lang="ru-RU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ru-RU" sz="1600"/>
                        <a:t>PPTX-01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Текст ячейки сохранён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Unsupported synthetic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ynthetic unsupported graphic"/>
          <p:cNvGraphicFramePr/>
          <p:nvPr/>
        </p:nvGraphicFramePr>
        <p:xfrm>
          <a:off x="914400" y="1524000"/>
          <a:ext cx="4572000" cy="2286000"/>
        </p:xfrm>
        <a:graphic>
          <a:graphicData uri="urn:rudra-office:synthetic-unsupported">
            <synthetic:marker xmlns:synthetic="urn:rudra-office:synthetic-unsupported"/>
          </a:graphicData>
        </a:graphic>
      </p:graphicFrame>
    </p:spTree>
  </p:cSld>
  <p:clrMapOvr>
    <a:masterClrMapping/>
  </p:clrMapOvr>
</p:sld>
</file>